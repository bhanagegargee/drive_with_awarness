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38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6C487-570D-263F-EB96-22FBB835CE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0774B8-57C1-77AB-EEBA-F34E5F3A7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9CB10E-FDCD-DE7B-E784-9C35E7229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25E7A-D5F8-4B29-BDE7-FC1522252921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3371F6-4B2F-4BF6-8DBD-99B91AF63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FE7C6-5C72-41CE-2787-C785AE373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4BBFC-37C8-4D72-8FD1-2251DD8D57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435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2FD7A-5D63-031E-89C2-520500F03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17007-9148-4775-288E-FC31E2C8D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41614-47A4-B718-4E68-07636B02B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25E7A-D5F8-4B29-BDE7-FC1522252921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4B5FB-170C-0A0D-B794-AE1161669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0CC72-6A56-1E54-41CE-3A2FF03FA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4BBFC-37C8-4D72-8FD1-2251DD8D57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122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FDB19-D89D-D7FF-8F3B-D0C541666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49AD6-763C-C545-2143-03FBA390FB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CB37FB-8CFF-7911-E282-2BEDD9947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25E7A-D5F8-4B29-BDE7-FC1522252921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892B1C-3892-18BF-64E4-6F31B41F6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9AD5EB-6BB9-DDEE-0618-02C5A6786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4BBFC-37C8-4D72-8FD1-2251DD8D57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314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4EB5B-520E-D389-12BA-A12F6901E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3A35D-8B80-EDB2-EF6C-977D9D1490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756F6A-03D0-30A5-F416-F8E3B9007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655D4E-0A9C-F4F1-D7A5-561A59643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25E7A-D5F8-4B29-BDE7-FC1522252921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BAAB06-DF15-772D-68AE-19B356A62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9D55F9-D0C1-BB4D-19F0-07EDA10A3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4BBFC-37C8-4D72-8FD1-2251DD8D57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981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A1989-8868-ECCF-150F-3F4577C3A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00788C-57FA-6A90-4BB8-EB51893C46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D89284-FCA0-01B4-2797-6FFB9F9EF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C58090-6ACB-E12C-E224-88397D4CBD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5A9ED4-0B81-90A3-76DC-1CED6E9913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CC412B-2CB7-7F80-618C-BB3585292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25E7A-D5F8-4B29-BDE7-FC1522252921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75AD7F-8F07-C0FF-2BE3-3BD7F14D9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DDD3D0-A143-DAAB-613F-C1E054005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4BBFC-37C8-4D72-8FD1-2251DD8D57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503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68491-FD06-C90D-8E09-15A08FA86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127A5C-2F3C-66C3-7F5F-4CDDDFD0E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25E7A-D5F8-4B29-BDE7-FC1522252921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7973DF-CCFF-421E-6CE1-71B9B5D73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6DB6AD-8A5F-F1B7-9966-CF1245C84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4BBFC-37C8-4D72-8FD1-2251DD8D57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037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54C8AD-560B-CA2D-B037-EB98DC2B4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25E7A-D5F8-4B29-BDE7-FC1522252921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7C57F6-26CE-B271-FD4A-8026FCAF4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23B8B4-0689-48EA-9962-C6D1E2F7F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4BBFC-37C8-4D72-8FD1-2251DD8D57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677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AF63D-81E8-BFA4-059A-A4711E9EA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70B5B-42FA-8EBA-5BC9-9D849AA822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575FF3-0343-B99D-8894-720CAA33B7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0985CA-1F85-2BB5-2C07-E1C3C52B9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25E7A-D5F8-4B29-BDE7-FC1522252921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DC7E30-1F09-5AF1-52EC-C458B9770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BF9985-5A8C-0DAF-4505-799549CD4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4BBFC-37C8-4D72-8FD1-2251DD8D57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75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7DD24-BFB8-09F4-FF07-4DA0A9217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D4D918-27AC-1802-E7C1-9A1E3ED7C2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250589-8160-F9AB-1657-EED836F218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82CEC4-3550-E31F-A042-6AFCE6496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25E7A-D5F8-4B29-BDE7-FC1522252921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11E77F-CF85-7EE8-004D-595988122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8C01EE-360A-E6D4-A3DA-92F19D661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4BBFC-37C8-4D72-8FD1-2251DD8D57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DE26E-1A55-1021-B303-81AF7B678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9F7141-A0B6-7F4E-AF49-8617F9C7F9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51BF8-995D-497E-826F-C7C01B22E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25E7A-D5F8-4B29-BDE7-FC1522252921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6B2BE8-B745-4A7C-1246-61B3A3F2F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29DA3-68AF-E025-D22E-1331856D0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4BBFC-37C8-4D72-8FD1-2251DD8D57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10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F718C0-E324-2465-1E6F-5F1526CAF9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99936F-71D0-DB67-B55C-3E84B5BA70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346C90-2B41-945A-92AA-B5F9CBE93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25E7A-D5F8-4B29-BDE7-FC1522252921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FF2DB2-03C0-E43A-CFDF-1FA02C31F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0AE47C-E0E6-7C19-04E0-1AC7F4A41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4BBFC-37C8-4D72-8FD1-2251DD8D57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1717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789ED-89F2-4943-358D-ADFC742E1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10BCF-C7D9-A0DD-3826-CAB83AB28A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60652B-6AA1-13F3-B1D6-C872E4A6E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25E7A-D5F8-4B29-BDE7-FC1522252921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FDE03-8E8F-B8A2-B920-06E28273A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05EA5B-9DEB-6D24-99B0-C0A0A6FA0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4BBFC-37C8-4D72-8FD1-2251DD8D57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23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5A1413-5843-8076-92F1-7B439D46F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8C6E91-CD02-DA8A-F251-3BB20E70F1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166D3-DD70-A532-E76E-321EF2AB07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225E7A-D5F8-4B29-BDE7-FC1522252921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DE6F7-73DC-2504-C005-C1B6E05372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9427ED-9FE8-1545-343F-952C8F07C1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64BBFC-37C8-4D72-8FD1-2251DD8D57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881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5D677-A222-2938-C6EE-3249AAE25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Smart Driver Safety System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DFC249-19FF-35CA-57CB-91DDA92F2D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MVP web application for safer route selection and nearby help services</a:t>
            </a:r>
          </a:p>
          <a:p>
            <a:r>
              <a:rPr lang="en-US"/>
              <a:t>Shows accident-prone route segments on map</a:t>
            </a:r>
          </a:p>
          <a:p>
            <a:r>
              <a:rPr lang="en-US"/>
              <a:t>Lets driver find hospitals, police stations, hotels, and pharmacies nearby</a:t>
            </a:r>
          </a:p>
          <a:p>
            <a:r>
              <a:rPr lang="en-US"/>
              <a:t>Built with simple, practical full-stack technologies</a:t>
            </a:r>
          </a:p>
        </p:txBody>
      </p:sp>
    </p:spTree>
    <p:extLst>
      <p:ext uri="{BB962C8B-B14F-4D97-AF65-F5344CB8AC3E}">
        <p14:creationId xmlns:p14="http://schemas.microsoft.com/office/powerpoint/2010/main" val="705756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DDDCE-70DB-E351-892A-AB6A872C2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3816D-5311-1A3B-216F-B0C9B76FEE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Drivers usually choose the fastest route, not the safest route</a:t>
            </a:r>
          </a:p>
          <a:p>
            <a:r>
              <a:rPr lang="en-US"/>
              <a:t>Accident-prone areas are not clearly shown during route selection</a:t>
            </a:r>
          </a:p>
          <a:p>
            <a:r>
              <a:rPr lang="en-US"/>
              <a:t>In emergencies, drivers need quick access to nearby essential amenities</a:t>
            </a:r>
          </a:p>
          <a:p>
            <a:r>
              <a:rPr lang="en-US"/>
              <a:t>Users need one system for route safety and emergency support</a:t>
            </a:r>
          </a:p>
        </p:txBody>
      </p:sp>
    </p:spTree>
    <p:extLst>
      <p:ext uri="{BB962C8B-B14F-4D97-AF65-F5344CB8AC3E}">
        <p14:creationId xmlns:p14="http://schemas.microsoft.com/office/powerpoint/2010/main" val="3440211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83329-EEE7-1F94-E67A-8DB3D1CAB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Main Problems Found During Build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CF8D7E-677B-0747-E834-3675E51105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Route hotspot detection was missing some dangerous areas</a:t>
            </a:r>
          </a:p>
          <a:p>
            <a:r>
              <a:rPr lang="en-US"/>
              <a:t>Destination coordinates and hotspot coordinates were not always aligned</a:t>
            </a:r>
          </a:p>
          <a:p>
            <a:r>
              <a:rPr lang="en-US"/>
              <a:t>Amenity search depended on browser location permission and could time out</a:t>
            </a:r>
          </a:p>
          <a:p>
            <a:r>
              <a:rPr lang="en-US"/>
              <a:t>Users needed clearer route choices and ranked nearby place results</a:t>
            </a:r>
          </a:p>
        </p:txBody>
      </p:sp>
    </p:spTree>
    <p:extLst>
      <p:ext uri="{BB962C8B-B14F-4D97-AF65-F5344CB8AC3E}">
        <p14:creationId xmlns:p14="http://schemas.microsoft.com/office/powerpoint/2010/main" val="578121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C25A9-0A16-E875-116D-59AB329EB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Solutions We Implemented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666905-EB25-5222-95E5-865B31DBDB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Used route segment distance instead of only route points for hotspot detection</a:t>
            </a:r>
          </a:p>
          <a:p>
            <a:r>
              <a:rPr lang="en-US"/>
              <a:t>Aligned important locations like Katraj with real hotspot coordinates</a:t>
            </a:r>
          </a:p>
          <a:p>
            <a:r>
              <a:rPr lang="en-US"/>
              <a:t>Added clear error handling for geolocation timeout and permission denial</a:t>
            </a:r>
          </a:p>
          <a:p>
            <a:r>
              <a:rPr lang="en-US"/>
              <a:t>Listed all available routes and ranked amenities by user distance</a:t>
            </a:r>
          </a:p>
        </p:txBody>
      </p:sp>
    </p:spTree>
    <p:extLst>
      <p:ext uri="{BB962C8B-B14F-4D97-AF65-F5344CB8AC3E}">
        <p14:creationId xmlns:p14="http://schemas.microsoft.com/office/powerpoint/2010/main" val="3921745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712AC-EE2E-369D-647F-8F3C9449C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Proposed System Flow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53351F-F359-29DB-606C-D597B4B9D3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User selects source and destination</a:t>
            </a:r>
          </a:p>
          <a:p>
            <a:r>
              <a:rPr lang="en-US"/>
              <a:t>Backend fetches multiple routes from OSRM</a:t>
            </a:r>
          </a:p>
          <a:p>
            <a:r>
              <a:rPr lang="en-US"/>
              <a:t>System checks routes against accident hotspots</a:t>
            </a:r>
          </a:p>
          <a:p>
            <a:r>
              <a:rPr lang="en-US"/>
              <a:t>Frontend shows safer and riskier route segments in different colors</a:t>
            </a:r>
          </a:p>
          <a:p>
            <a:r>
              <a:rPr lang="en-US"/>
              <a:t>User can also open menu and find nearby essential amenities</a:t>
            </a:r>
          </a:p>
        </p:txBody>
      </p:sp>
    </p:spTree>
    <p:extLst>
      <p:ext uri="{BB962C8B-B14F-4D97-AF65-F5344CB8AC3E}">
        <p14:creationId xmlns:p14="http://schemas.microsoft.com/office/powerpoint/2010/main" val="2592962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1C80E-45AA-9BE4-4230-73690A939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Route Safety Logic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C3C78B-327F-124A-24DA-F71245BB1C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Two accident hotspots are stored with latitude and longitude</a:t>
            </a:r>
          </a:p>
          <a:p>
            <a:r>
              <a:rPr lang="en-US"/>
              <a:t>Each route is split into segments</a:t>
            </a:r>
          </a:p>
          <a:p>
            <a:r>
              <a:rPr lang="en-US"/>
              <a:t>Each segment is checked against hotspot radius</a:t>
            </a:r>
          </a:p>
          <a:p>
            <a:r>
              <a:rPr lang="en-US"/>
              <a:t>Dangerous segments are shown in red or orange, safer segments in blue</a:t>
            </a:r>
          </a:p>
          <a:p>
            <a:r>
              <a:rPr lang="en-US"/>
              <a:t>Overall route risk score is calculated from hotspot severity</a:t>
            </a:r>
          </a:p>
        </p:txBody>
      </p:sp>
    </p:spTree>
    <p:extLst>
      <p:ext uri="{BB962C8B-B14F-4D97-AF65-F5344CB8AC3E}">
        <p14:creationId xmlns:p14="http://schemas.microsoft.com/office/powerpoint/2010/main" val="3429282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D07E2-25A7-AD1C-109A-D75F0FCFC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Nearby Amenities Feature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5BEED7-4B78-6EA9-F725-08141F4399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Hamburger menu opens a sidebar on the map</a:t>
            </a:r>
          </a:p>
          <a:p>
            <a:r>
              <a:rPr lang="en-US"/>
              <a:t>User selects Hospitals, Police Stations, Hotels, or Medical Stores</a:t>
            </a:r>
          </a:p>
          <a:p>
            <a:r>
              <a:rPr lang="en-US"/>
              <a:t>System gets current location from browser geolocation</a:t>
            </a:r>
          </a:p>
          <a:p>
            <a:r>
              <a:rPr lang="en-US"/>
              <a:t>Backend fetches nearby places from Overpass API</a:t>
            </a:r>
          </a:p>
          <a:p>
            <a:r>
              <a:rPr lang="en-US"/>
              <a:t>Results appear on the map and in a ranked list below the map</a:t>
            </a:r>
          </a:p>
        </p:txBody>
      </p:sp>
    </p:spTree>
    <p:extLst>
      <p:ext uri="{BB962C8B-B14F-4D97-AF65-F5344CB8AC3E}">
        <p14:creationId xmlns:p14="http://schemas.microsoft.com/office/powerpoint/2010/main" val="2025517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78080-BE2A-7D95-F0DE-2E96B3920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Problems and Fixes for Amenities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29F4C0-F1BF-B7B4-04AC-8FDC4ABEB7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Location timeout error happened when browser could not get user position in time</a:t>
            </a:r>
          </a:p>
          <a:p>
            <a:r>
              <a:rPr lang="en-US"/>
              <a:t>Permission denied error happened when location access was blocked</a:t>
            </a:r>
          </a:p>
          <a:p>
            <a:r>
              <a:rPr lang="en-US"/>
              <a:t>We added user-friendly messages for both cases</a:t>
            </a:r>
          </a:p>
          <a:p>
            <a:r>
              <a:rPr lang="en-US"/>
              <a:t>We clear old markers before loading a new amenity category</a:t>
            </a:r>
          </a:p>
          <a:p>
            <a:r>
              <a:rPr lang="en-US"/>
              <a:t>We allow routing from user location to selected amenity</a:t>
            </a:r>
          </a:p>
        </p:txBody>
      </p:sp>
    </p:spTree>
    <p:extLst>
      <p:ext uri="{BB962C8B-B14F-4D97-AF65-F5344CB8AC3E}">
        <p14:creationId xmlns:p14="http://schemas.microsoft.com/office/powerpoint/2010/main" val="3459421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B8EDB-0377-5AA1-0AB0-C04C44E24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Tech Stack Used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EF94FA-0444-B045-791D-597A76AE38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Frontend: HTML, CSS, JavaScript</a:t>
            </a:r>
          </a:p>
          <a:p>
            <a:r>
              <a:rPr lang="en-US"/>
              <a:t>Map Library: Leaflet.js with OpenStreetMap tiles</a:t>
            </a:r>
          </a:p>
          <a:p>
            <a:r>
              <a:rPr lang="en-US"/>
              <a:t>Backend: Python FastAPI</a:t>
            </a:r>
          </a:p>
          <a:p>
            <a:r>
              <a:rPr lang="en-US"/>
              <a:t>Routing API: OSRM public API</a:t>
            </a:r>
          </a:p>
          <a:p>
            <a:r>
              <a:rPr lang="en-US"/>
              <a:t>Nearby Places API: Overpass API</a:t>
            </a:r>
          </a:p>
          <a:p>
            <a:r>
              <a:rPr lang="en-US"/>
              <a:t>ML Logic: Rule-based severity model with optional Ollama enrichment</a:t>
            </a:r>
          </a:p>
        </p:txBody>
      </p:sp>
    </p:spTree>
    <p:extLst>
      <p:ext uri="{BB962C8B-B14F-4D97-AF65-F5344CB8AC3E}">
        <p14:creationId xmlns:p14="http://schemas.microsoft.com/office/powerpoint/2010/main" val="7271453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B783D-1DB9-AA3B-0D08-F2E030235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This Tech Stack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C5CA7D-08C4-C0DE-8686-67825427F9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FastAPI is simple, fast, and good for API building</a:t>
            </a:r>
          </a:p>
          <a:p>
            <a:r>
              <a:rPr lang="en-US"/>
              <a:t>Leaflet is lightweight and easy for interactive maps</a:t>
            </a:r>
          </a:p>
          <a:p>
            <a:r>
              <a:rPr lang="en-US"/>
              <a:t>OSRM gives multiple route options with geometry data</a:t>
            </a:r>
          </a:p>
          <a:p>
            <a:r>
              <a:rPr lang="en-US"/>
              <a:t>Overpass helps fetch real nearby OpenStreetMap places</a:t>
            </a:r>
          </a:p>
          <a:p>
            <a:r>
              <a:rPr lang="en-US"/>
              <a:t>Rule-based ML is easy to explain in an MVP</a:t>
            </a:r>
          </a:p>
        </p:txBody>
      </p:sp>
    </p:spTree>
    <p:extLst>
      <p:ext uri="{BB962C8B-B14F-4D97-AF65-F5344CB8AC3E}">
        <p14:creationId xmlns:p14="http://schemas.microsoft.com/office/powerpoint/2010/main" val="14104543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11EE8-6DAE-1C64-AE2A-828ED4597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APIs Used Smoothly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7CED1E-71DC-D267-DB88-A9FDCF1269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Frontend talks only to our FastAPI backend</a:t>
            </a:r>
          </a:p>
          <a:p>
            <a:r>
              <a:rPr lang="en-US"/>
              <a:t>Backend handles external API calls and response formatting</a:t>
            </a:r>
          </a:p>
          <a:p>
            <a:r>
              <a:rPr lang="en-US"/>
              <a:t>This keeps the frontend clean and modular</a:t>
            </a:r>
          </a:p>
          <a:p>
            <a:r>
              <a:rPr lang="en-US"/>
              <a:t>Errors are caught and shown clearly to user</a:t>
            </a:r>
          </a:p>
          <a:p>
            <a:r>
              <a:rPr lang="en-US"/>
              <a:t>Existing route logic was reused for routing to amenities</a:t>
            </a:r>
          </a:p>
        </p:txBody>
      </p:sp>
    </p:spTree>
    <p:extLst>
      <p:ext uri="{BB962C8B-B14F-4D97-AF65-F5344CB8AC3E}">
        <p14:creationId xmlns:p14="http://schemas.microsoft.com/office/powerpoint/2010/main" val="352482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FBAAC-D078-4B91-C83C-D621EFC09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Outcome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25A6EE-C144-CD27-509B-D2647DF0EC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User can compare multiple routes before travelling</a:t>
            </a:r>
          </a:p>
          <a:p>
            <a:r>
              <a:rPr lang="en-US"/>
              <a:t>Dangerous road sections are highlighted clearly</a:t>
            </a:r>
          </a:p>
          <a:p>
            <a:r>
              <a:rPr lang="en-US"/>
              <a:t>Nearby essential amenities can be found quickly</a:t>
            </a:r>
          </a:p>
          <a:p>
            <a:r>
              <a:rPr lang="en-US"/>
              <a:t>Selected amenity can be used as destination for safe routing</a:t>
            </a:r>
          </a:p>
          <a:p>
            <a:r>
              <a:rPr lang="en-US"/>
              <a:t>Project is modular and ready for future scaling</a:t>
            </a:r>
          </a:p>
        </p:txBody>
      </p:sp>
    </p:spTree>
    <p:extLst>
      <p:ext uri="{BB962C8B-B14F-4D97-AF65-F5344CB8AC3E}">
        <p14:creationId xmlns:p14="http://schemas.microsoft.com/office/powerpoint/2010/main" val="5223380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6A381-CB07-EB7A-4D29-A57B8E7FA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Future Improvements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2944B8-8314-C6CD-CE21-36B484A3DA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Use real accident datasets from traffic or police sources</a:t>
            </a:r>
          </a:p>
          <a:p>
            <a:r>
              <a:rPr lang="en-US"/>
              <a:t>Store hotspots and locations in a database</a:t>
            </a:r>
          </a:p>
          <a:p>
            <a:r>
              <a:rPr lang="en-US"/>
              <a:t>Add live traffic and weather data</a:t>
            </a:r>
          </a:p>
          <a:p>
            <a:r>
              <a:rPr lang="en-US"/>
              <a:t>Add hospital details like emergency availability</a:t>
            </a:r>
          </a:p>
          <a:p>
            <a:r>
              <a:rPr lang="en-US"/>
              <a:t>Add user login, trip history, and analytics dashboard</a:t>
            </a:r>
          </a:p>
        </p:txBody>
      </p:sp>
    </p:spTree>
    <p:extLst>
      <p:ext uri="{BB962C8B-B14F-4D97-AF65-F5344CB8AC3E}">
        <p14:creationId xmlns:p14="http://schemas.microsoft.com/office/powerpoint/2010/main" val="17341215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575</Words>
  <Application>Microsoft Office PowerPoint</Application>
  <PresentationFormat>Widescreen</PresentationFormat>
  <Paragraphs>75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Smart Driver Safety System</vt:lpstr>
      <vt:lpstr>Problem Statement</vt:lpstr>
      <vt:lpstr>Main Problems Found During Build</vt:lpstr>
      <vt:lpstr>Solutions We Implemented</vt:lpstr>
      <vt:lpstr>Proposed System Flow</vt:lpstr>
      <vt:lpstr>Route Safety Logic</vt:lpstr>
      <vt:lpstr>Nearby Amenities Feature</vt:lpstr>
      <vt:lpstr>Problems and Fixes for Amenities</vt:lpstr>
      <vt:lpstr>Tech Stack Used</vt:lpstr>
      <vt:lpstr>Why This Tech Stack</vt:lpstr>
      <vt:lpstr>APIs Used Smoothly</vt:lpstr>
      <vt:lpstr>Project Outcome</vt:lpstr>
      <vt:lpstr>Future Improvements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gargee bhanage</dc:creator>
  <cp:lastModifiedBy>gargee bhanage</cp:lastModifiedBy>
  <cp:revision>1</cp:revision>
  <dcterms:created xsi:type="dcterms:W3CDTF">2026-04-11T17:44:18Z</dcterms:created>
  <dcterms:modified xsi:type="dcterms:W3CDTF">2026-04-11T17:44:18Z</dcterms:modified>
</cp:coreProperties>
</file>